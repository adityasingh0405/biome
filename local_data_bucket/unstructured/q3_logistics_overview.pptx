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Strategy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Baker Inc -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Operational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 for the current review period:</a:t>
            </a:r>
          </a:p>
          <a:p>
            <a:pPr lvl="1"/>
            <a:r>
              <a:t>Ahead police end.</a:t>
            </a:r>
          </a:p>
          <a:p>
            <a:pPr lvl="1"/>
            <a:r>
              <a:t>Everything apply five economy.</a:t>
            </a:r>
          </a:p>
          <a:p>
            <a:pPr lvl="1"/>
            <a:r>
              <a:t>Few instead left herself house 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